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57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HAS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0" y="12801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de Dados com Oracle PL/SQL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0" y="17373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Logistics Extension  ·  React Native  ·  Spring Boot  ·  Angular  ·  Oracle PL/SQL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3774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75608" y="2834640"/>
            <a:ext cx="3840480" cy="3200400"/>
          </a:xfrm>
          <a:prstGeom prst="roundRect">
            <a:avLst>
              <a:gd name="adj" fmla="val 3429"/>
            </a:avLst>
          </a:prstGeom>
          <a:solidFill>
            <a:srgbClr val="24405C"/>
          </a:solidFill>
          <a:ln/>
        </p:spPr>
      </p:sp>
      <p:sp>
        <p:nvSpPr>
          <p:cNvPr id="7" name="Shape 5"/>
          <p:cNvSpPr/>
          <p:nvPr/>
        </p:nvSpPr>
        <p:spPr>
          <a:xfrm>
            <a:off x="5455768" y="3200400"/>
            <a:ext cx="1280160" cy="1280160"/>
          </a:xfrm>
          <a:prstGeom prst="ellipse">
            <a:avLst/>
          </a:prstGeom>
          <a:solidFill>
            <a:srgbClr val="34567A"/>
          </a:solidFill>
          <a:ln w="19050">
            <a:solidFill>
              <a:srgbClr val="5FB8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55768" y="32004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358488" y="4663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Leonardo Marsiarelli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358488" y="51663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RM: 555366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358488" y="54864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Turma: 3SIOA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 ·  Fase 6 - Mastering Relational and Non-Relational Database  ·  06/10/2026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MVP funcional à inteligência de dados no Oracle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457200" cy="4572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81051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anteriores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(React Native), backend (Spring Boot + JWT + AI Logistics Extension) e dashboard (Angular) — MVP funcional e conectado.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063240"/>
            <a:ext cx="457200" cy="4572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04495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 fase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41071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PL/SQL: procedures e functions reutilizáveis direto no banco, integradas ao back-end Java.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4297680"/>
            <a:ext cx="457200" cy="4572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2793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64515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 interoperabilidade entre mobile, web, API REST e banco Oracle, com governança de dados e automação.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Fase 6: Oracle PL/SQL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— APRIMORAMENTO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camada Oracle como evolução do backend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3484778" cy="420624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NOVAS FUNCIONALIDADES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351129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355848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endpoints /api/oracle/**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28853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133088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automática de leituras críticas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506577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910328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entregas por paciente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53458" y="1920240"/>
            <a:ext cx="3484778" cy="420624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7778" y="2194560"/>
            <a:ext cx="457200" cy="4572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2777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627778" y="2788920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REFATORAÇÃO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627778" y="351129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10658" y="3355848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Oracle isolado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27778" y="428853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10658" y="4133088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opcional (Optional&lt;...&gt;)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27778" y="506577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10658" y="4910328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nunca derruba o fluxo principal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03997" y="1920240"/>
            <a:ext cx="3484778" cy="420624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478317" y="2194560"/>
            <a:ext cx="457200" cy="4572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78317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478317" y="2788920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 AGREGADO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478317" y="351129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61197" y="3355848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reutilizáveis direto no banco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478317" y="428853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661197" y="4133088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regra em Java e PL/SQL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478317" y="5065776"/>
            <a:ext cx="82296" cy="82296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661197" y="4910328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BI/relatórios externos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Fase 6: Oracle PL/SQL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— BANCO ORACLE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dados: 4 tabelas, 1 domínio coeso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1F3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APP_USER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e administradores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88036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2E7D8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71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BLOOD_PRESSURE_READING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37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Leituras de sensor (pressão arterial)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88620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3E93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MEDICATION_DELIVERY_REQUEST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343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Logistics Extension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89204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5FB8A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983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SENSOR_ALERT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349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(novo nesta fase)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0" y="187452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EAF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2940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— relacionamentos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514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APP_USER (1) → BLOOD_PRESSURE_READING (N)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2971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APP_USER (1) → MEDICATION_DELIVERY_REQUEST (N)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429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APP_USER (1) → SENSOR_ALERT (N)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3886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BLOOD_PRESSURE_READING (1) → SENSOR_ALERT (N)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5394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completo em docs/DER_Oracle.png — validado contra Oracle XE 21c real.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Fase 6: Oracle PL/SQL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— INTEGRAÇÃO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datasources, um backend só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H2/Postgres continua operacional (JPA); Oracle entra como camada adicional de inteligência — nunca substitui o fluxo principal.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3108960" cy="1280160"/>
          </a:xfrm>
          <a:prstGeom prst="roundRect">
            <a:avLst>
              <a:gd name="adj" fmla="val 8571"/>
            </a:avLst>
          </a:prstGeom>
          <a:solidFill>
            <a:srgbClr val="24405C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2677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2677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06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/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11880" y="2743200"/>
            <a:ext cx="457200" cy="914"/>
          </a:xfrm>
          <a:prstGeom prst="line">
            <a:avLst/>
          </a:prstGeom>
          <a:noFill/>
          <a:ln w="25400">
            <a:solidFill>
              <a:srgbClr val="5FB8A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069080" y="2103120"/>
            <a:ext cx="3108960" cy="1280160"/>
          </a:xfrm>
          <a:prstGeom prst="roundRect">
            <a:avLst>
              <a:gd name="adj" fmla="val 8571"/>
            </a:avLst>
          </a:prstGeom>
          <a:solidFill>
            <a:srgbClr val="24405C"/>
          </a:solidFill>
          <a:ln/>
        </p:spPr>
      </p:sp>
      <p:sp>
        <p:nvSpPr>
          <p:cNvPr id="11" name="Shape 9"/>
          <p:cNvSpPr/>
          <p:nvPr/>
        </p:nvSpPr>
        <p:spPr>
          <a:xfrm>
            <a:off x="4251960" y="22677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51960" y="22677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606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(BloodPressureService)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78040" y="2743200"/>
            <a:ext cx="457200" cy="914"/>
          </a:xfrm>
          <a:prstGeom prst="line">
            <a:avLst/>
          </a:prstGeom>
          <a:noFill/>
          <a:ln w="25400">
            <a:solidFill>
              <a:srgbClr val="5FB8A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635240" y="2103120"/>
            <a:ext cx="3108960" cy="1280160"/>
          </a:xfrm>
          <a:prstGeom prst="roundRect">
            <a:avLst>
              <a:gd name="adj" fmla="val 8571"/>
            </a:avLst>
          </a:prstGeom>
          <a:solidFill>
            <a:srgbClr val="24405C"/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22677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18120" y="22677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2606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/ PostgreSQL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(datasource principal)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23560" y="3383280"/>
            <a:ext cx="914" cy="822960"/>
          </a:xfrm>
          <a:prstGeom prst="line">
            <a:avLst/>
          </a:prstGeom>
          <a:noFill/>
          <a:ln w="25400">
            <a:solidFill>
              <a:srgbClr val="5FB8A6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76072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 (CallableStatement)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54680" y="4251960"/>
            <a:ext cx="4937760" cy="1280160"/>
          </a:xfrm>
          <a:prstGeom prst="roundRect">
            <a:avLst>
              <a:gd name="adj" fmla="val 8571"/>
            </a:avLst>
          </a:prstGeom>
          <a:solidFill>
            <a:srgbClr val="24405C"/>
          </a:solidFill>
          <a:ln/>
        </p:spPr>
      </p:sp>
      <p:sp>
        <p:nvSpPr>
          <p:cNvPr id="22" name="Shape 20"/>
          <p:cNvSpPr/>
          <p:nvPr/>
        </p:nvSpPr>
        <p:spPr>
          <a:xfrm>
            <a:off x="3337560" y="441655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5FB8A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37560" y="441655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337560" y="47548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FN_CLASSIFY_BP · FN_CALC_RISK_SCORE · FN_GET_USER_SUMMARY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PRC_REGISTER_CRITICAL_ALERT · PRC_USER_DELIVERY_REPORT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Fase 6: Oracle PL/SQL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— FUNCTIONS PL/SQL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de negócio reutilizáveis no banco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11185855" cy="960120"/>
          </a:xfrm>
          <a:prstGeom prst="roundRect">
            <a:avLst>
              <a:gd name="adj" fmla="val 9524"/>
            </a:avLst>
          </a:prstGeom>
          <a:solidFill>
            <a:srgbClr val="EAF2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FN_CLASSIFY_BP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p_systolic, p_diastolic IN → VARCHAR2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26280" y="192024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 a pressão arterial (reutilizada pelas outras duas)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63240"/>
            <a:ext cx="11185855" cy="960120"/>
          </a:xfrm>
          <a:prstGeom prst="roundRect">
            <a:avLst>
              <a:gd name="adj" fmla="val 9524"/>
            </a:avLst>
          </a:prstGeom>
          <a:solidFill>
            <a:srgbClr val="EAF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FN_CALC_RISK_SCORE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p_systolic, p_diastolic IN → NUMBER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306324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risco (0-100) da AI Logistics Extension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206240"/>
            <a:ext cx="11185855" cy="960120"/>
          </a:xfrm>
          <a:prstGeom prst="roundRect">
            <a:avLst>
              <a:gd name="adj" fmla="val 9524"/>
            </a:avLst>
          </a:prstGeom>
          <a:solidFill>
            <a:srgbClr val="EAF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FN_GET_USER_SUMMARY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709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p_user_id IN → VARCHAR2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20624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formatados: resumo do paciente, via CURSOR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394960"/>
            <a:ext cx="11185855" cy="1051560"/>
          </a:xfrm>
          <a:prstGeom prst="roundRect">
            <a:avLst>
              <a:gd name="adj" fmla="val 8696"/>
            </a:avLst>
          </a:prstGeom>
          <a:solidFill>
            <a:srgbClr val="1F3B57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5486400"/>
            <a:ext cx="10728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u.name, fn_classify_bp(r.systolic, r.diastolic) AS classificacao,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F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fn_calc_risk_score(r.systolic, r.diastolic) AS risk_score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F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blood_pressure_reading r JOIN app_user u ON u.id = r.user_id;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Fase 6: Oracle PL/SQL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— PROCEDURES PL/SQL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Automação de rotinas direto no banco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5855" cy="1371600"/>
          </a:xfrm>
          <a:prstGeom prst="roundRect">
            <a:avLst>
              <a:gd name="adj" fmla="val 8000"/>
            </a:avLst>
          </a:prstGeom>
          <a:solidFill>
            <a:srgbClr val="2440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PRC_REGISTER_CRITICAL_ALERT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· EXCEPTION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1554480"/>
            <a:ext cx="6339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alerta quando a leitura é HAS_ESTAGIO_2/CRISE. Acionada pelo backend Java a cada nova leitura (REST → Java → JDBC → Oracle).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971800"/>
            <a:ext cx="11185855" cy="1371600"/>
          </a:xfrm>
          <a:prstGeom prst="roundRect">
            <a:avLst>
              <a:gd name="adj" fmla="val 8000"/>
            </a:avLst>
          </a:prstGeom>
          <a:solidFill>
            <a:srgbClr val="24405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PRC_USER_DELIVERY_REPORT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77240" y="3520440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5204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· LOOP · EXCEPTION · REF CURSOR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3108960"/>
            <a:ext cx="6339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pedidos/unidades via cursor explícito + detalhe via SYS_REFCURSOR, usado pela API.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61772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(POST /api/readings)  →  Java (BloodPressureService)  →  JDBC (CallableStatement)  →  Oracle (PRC_REGISTER_CRITICAL_ALERT)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Fase 6: Oracle PL/SQL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PRÁTICA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Testado contra um Oracle XE 21c real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só script revisado no papel — rodamos tudo contra um container Oracle real (gvenzl/oracle-xe:21-slim) via Docker.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EAF2F4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121408"/>
            <a:ext cx="402336" cy="402336"/>
          </a:xfrm>
          <a:prstGeom prst="ellipse">
            <a:avLst/>
          </a:prstGeom>
          <a:solidFill>
            <a:srgbClr val="5FA4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0391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paciente via API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039112"/>
            <a:ext cx="6613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automática criada em APP_USER (Oracle), casada por email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807208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EAF2F4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962656"/>
            <a:ext cx="402336" cy="402336"/>
          </a:xfrm>
          <a:prstGeom prst="ellipse">
            <a:avLst/>
          </a:prstGeom>
          <a:solidFill>
            <a:srgbClr val="5FA4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803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/readings 195/128 (CRISE)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880360"/>
            <a:ext cx="6613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inserida + PRC_REGISTER_CRITICAL_ALERT → alerta CRITICO registrado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648456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EAF2F4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3803904"/>
            <a:ext cx="402336" cy="402336"/>
          </a:xfrm>
          <a:prstGeom prst="ellipse">
            <a:avLst/>
          </a:prstGeom>
          <a:solidFill>
            <a:srgbClr val="5FA46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37216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/readings 115/75 (NORMAL)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721608"/>
            <a:ext cx="6613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replicada, nenhum alerta criado (confirma o IF da procedure)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489704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EAF2F4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4645152"/>
            <a:ext cx="402336" cy="402336"/>
          </a:xfrm>
          <a:prstGeom prst="ellipse">
            <a:avLst/>
          </a:prstGeom>
          <a:solidFill>
            <a:srgbClr val="5FA46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645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56285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/oracle/users/{id}/summary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4562856"/>
            <a:ext cx="6613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formatado retornado por FN_GET_USER_SUMMARY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330952"/>
            <a:ext cx="11185855" cy="713232"/>
          </a:xfrm>
          <a:prstGeom prst="roundRect">
            <a:avLst>
              <a:gd name="adj" fmla="val 10256"/>
            </a:avLst>
          </a:prstGeom>
          <a:solidFill>
            <a:srgbClr val="EAF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5486400"/>
            <a:ext cx="402336" cy="402336"/>
          </a:xfrm>
          <a:prstGeom prst="ellipse">
            <a:avLst/>
          </a:prstGeom>
          <a:solidFill>
            <a:srgbClr val="5FA46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540410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/oracle/.../delivery-report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5404104"/>
            <a:ext cx="6613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3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+ detalhe retornados por PRC_USER_DELIVERY_REPORT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Fase 6: Oracle PL/SQL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&amp; ENTREGA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Código, credenciais e vídeo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EAF2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GITHUB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github.com/LeoMarsiarelli/Smart-HAS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/mobile · /backend · /web-admin · /database · /docs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38862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EAF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DEMONSTRAÇÃO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89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 link do YouTube — não listado]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00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prática do app + Oracle em funcionamento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03720" y="1874520"/>
            <a:ext cx="4785055" cy="3749040"/>
          </a:xfrm>
          <a:prstGeom prst="roundRect">
            <a:avLst>
              <a:gd name="adj" fmla="val 2927"/>
            </a:avLst>
          </a:prstGeom>
          <a:solidFill>
            <a:srgbClr val="1F3B57"/>
          </a:solidFill>
          <a:ln/>
          <a:effectLst>
            <a:outerShdw sx="100000" sy="100000" kx="0" ky="0" algn="bl" rotWithShape="0" blurRad="101600" dist="38100" dir="5400000">
              <a:srgbClr val="1F3B57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178040" y="21031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CREDENCIAIS DE DEMONSTRAÇÃO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178040" y="26060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78040" y="26060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30175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admin@smarthas.com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32918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senha: admin123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37490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D8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78040" y="37490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41605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maria@smarthas.com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44348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senha: paciente123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Fase 6: Oracle PL/SQL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3157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8229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HAS consolidou a interoperabilidade entre mobile, web, API REST e banco Oracle: as mesmas regras de negócio agora vivem tanto em Java quanto em PL/SQL, reutilizáveis por qualquer cliente que converse com o banco.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3566160"/>
            <a:ext cx="384048" cy="384048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5935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regras → Machine Learning treinado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4133088"/>
            <a:ext cx="384048" cy="384048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Database em nuvem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700016"/>
            <a:ext cx="384048" cy="384048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7274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push + testes E2E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595360" y="1828800"/>
            <a:ext cx="1371600" cy="1371600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5360" y="18288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10287000" y="1828800"/>
            <a:ext cx="1371600" cy="1371600"/>
          </a:xfrm>
          <a:prstGeom prst="ellipse">
            <a:avLst/>
          </a:prstGeom>
          <a:solidFill>
            <a:srgbClr val="3E93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287000" y="18288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595360" y="3520440"/>
            <a:ext cx="1371600" cy="1371600"/>
          </a:xfrm>
          <a:prstGeom prst="ellipse">
            <a:avLst/>
          </a:prstGeom>
          <a:solidFill>
            <a:srgbClr val="5FB8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35204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RN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287000" y="3520440"/>
            <a:ext cx="1371600" cy="1371600"/>
          </a:xfrm>
          <a:prstGeom prst="ellipse">
            <a:avLst/>
          </a:prstGeom>
          <a:solidFill>
            <a:srgbClr val="5FA46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87000" y="35204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— Fase 6: Oracle PL/SQL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2026-10-06T17:46:38Z</dcterms:created>
  <dcterms:modified xsi:type="dcterms:W3CDTF">2026-10-06T17:46:38Z</dcterms:modified>
</cp:coreProperties>
</file>